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1F84D7-68B9-C79F-E1F1-8C0B95C16D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767263" y="63500"/>
            <a:ext cx="26828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D" sz="1000">
                <a:solidFill>
                  <a:srgbClr val="FFFF00">
                    <a:alpha val="50000"/>
                  </a:srgbClr>
                </a:solidFill>
                <a:latin typeface="Aptos" panose="020B0004020202020204" pitchFamily="34" charset="0"/>
              </a:rPr>
              <a:t>Internal information - Yellow - Mahadasha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6BAFA-A3A7-2930-151C-99DEDCDDFB6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7263" y="6642100"/>
            <a:ext cx="26828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D" sz="1000">
                <a:solidFill>
                  <a:srgbClr val="FFFF00">
                    <a:alpha val="50000"/>
                  </a:srgbClr>
                </a:solidFill>
                <a:latin typeface="Aptos" panose="020B0004020202020204" pitchFamily="34" charset="0"/>
              </a:rPr>
              <a:t>Internal information - Yellow - Mahadasha Group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[01] PROJECT\HERO\public\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08641"/>
            <a:ext cx="662940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Sosialisasi</a:t>
            </a:r>
            <a:r>
              <a:rPr lang="en-US" sz="3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Road </a:t>
            </a:r>
          </a:p>
          <a:p>
            <a:pPr marL="0" indent="0">
              <a:buNone/>
            </a:pPr>
            <a:r>
              <a:rPr lang="en-US" sz="3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3664329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/>
              <a:t>By: Revy – Technical Engineer</a:t>
            </a:r>
          </a:p>
        </p:txBody>
      </p:sp>
      <p:sp>
        <p:nvSpPr>
          <p:cNvPr id="8" name="Shape 5"/>
          <p:cNvSpPr/>
          <p:nvPr/>
        </p:nvSpPr>
        <p:spPr>
          <a:xfrm>
            <a:off x="749808" y="4800600"/>
            <a:ext cx="2468880" cy="0"/>
          </a:xfrm>
          <a:prstGeom prst="line">
            <a:avLst/>
          </a:prstGeom>
          <a:noFill/>
          <a:ln w="508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749808" y="501091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/>
              <a:t>HSE · Operational Report · AI Assisted Inspection</a:t>
            </a:r>
            <a:endParaRPr lang="en-US" sz="950" dirty="0"/>
          </a:p>
        </p:txBody>
      </p:sp>
      <p:pic>
        <p:nvPicPr>
          <p:cNvPr id="10" name="Image 1" descr="D:\[01] PROJECT\HERO\public\logo 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502920"/>
            <a:ext cx="11430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Kenapa fitur ini dibutuhkan di operasional site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Inspeksi kondisi jalan/site sering bergantung pada foto dan catatan manual.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Standar penilaian antar inspector bisa berbeda jika tidak memakai rubric yang sama.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Pembuatan report membutuhkan waktu karena foto, skor, dan rekomendasi disusun terpisah.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Manajemen membutuhkan ringkasan cepat dengan evidence foto dan rekomendasi tindakan yang jelas.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Masalah utama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Data lapangan ada, tetapi belum selalu berubah menjadi laporan yang konsisten, cepat, dan mudah dibandingkan antar area/site.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Fitur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Membuat inspeksi road condition lebih standar, cepat, dan traceable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Membantu inspector menilai kondisi Loading Point, Haulroad, dan Disposal dengan rubric tetap.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Menggunakan AI vision sebagai asisten awal untuk membaca foto dan memberi rekomendasi.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Memberikan ruang validasi manual agar keputusan akhir tetap di user operasional.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Menyediakan output slide/PDF dan history agar report mudah dibagikan serta ditelusuri ulang.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Prinsip fitur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AI membantu analisis, tetapi user tetap pemilik validasi akhir. Fitur mempercepat kerja tanpa menghilangkan kontrol lapangan.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Akses Fitur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Satu fitur, dua jalur penggunaan: kantor dan lapangan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3317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73152" cy="1920240"/>
          </a:xfrm>
          <a:prstGeom prst="rect">
            <a:avLst/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1005840" y="2514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Desktop Version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" y="2862072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/dashboard/reports/road-condition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Dipakai untuk review lengkap, validasi detail, melihat history, dan download report.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55080" y="23317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6355080" y="2331720"/>
            <a:ext cx="73152" cy="192024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6583680" y="2514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Mobile Version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583680" y="2862072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/mobile/reports/road-condition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Tampil sebagai Site Condition pada mobile app-shell. Cocok untuk akses lapangan dan input foto.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4800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/>
          <p:nvPr/>
        </p:nvSpPr>
        <p:spPr>
          <a:xfrm>
            <a:off x="1051560" y="49469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4E"/>
                </a:solidFill>
              </a:rPr>
              <a:t>HSE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51560" y="53309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Resource Permission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46120" y="4800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3383280" y="49469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BF23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383280" y="53309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Photo Angle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77840" y="4800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5715000" y="49469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5818"/>
                </a:solidFill>
              </a:rPr>
              <a:t>1–5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715000" y="53309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Score Scale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909560" y="4800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8046720" y="49469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4C75"/>
                </a:solidFill>
              </a:rPr>
              <a:t>PDF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53309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Report Output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0241280" y="48006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8"/>
          <p:cNvSpPr/>
          <p:nvPr/>
        </p:nvSpPr>
        <p:spPr>
          <a:xfrm>
            <a:off x="10378440" y="49469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4731"/>
                </a:solidFill>
              </a:rPr>
              <a:t>50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0378440" y="533095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4155"/>
                </a:solidFill>
              </a:rPr>
              <a:t>History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1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Kerja End-to-End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Dari foto lapangan menjadi report yang siap dibagikan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14884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960120" y="231343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35608" y="22951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Isi Metadata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435608" y="2624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Site, customer, inspector, tanggal report.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214884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4663440" y="231343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38928" y="22951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Pilih Kategori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38928" y="2624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Loading Point, Haulroad, atau Disposal.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183880" y="214884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/>
          <p:nvPr/>
        </p:nvSpPr>
        <p:spPr>
          <a:xfrm>
            <a:off x="8366760" y="231343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842248" y="22951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Upload 3 Foto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842248" y="26243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Tiga angle berbeda untuk satu point inspeksi.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7240" y="36576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0"/>
          <p:cNvSpPr/>
          <p:nvPr/>
        </p:nvSpPr>
        <p:spPr>
          <a:xfrm>
            <a:off x="960120" y="382219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35608" y="380390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AI Analysis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435608" y="41330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AI membaca foto dan rubric parameter.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80560" y="36576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4663440" y="382219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38928" y="380390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Validasi User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138928" y="41330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Score dan rekomendasi bisa dikoreksi.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183880" y="36576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8"/>
          <p:cNvSpPr/>
          <p:nvPr/>
        </p:nvSpPr>
        <p:spPr>
          <a:xfrm>
            <a:off x="8366760" y="3822192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BF23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842248" y="380390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Save &amp; Export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842248" y="41330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Simpan history, download PDF slide report.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2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 Version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Untuk review komprehensif, validasi detail, dan pengelolaan history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Tab Report berisi Form Report, Upload 3 Angle, Validasi AI, dan Compiled Report Slide.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Tab History menampilkan report tersimpan: view detail, edit/load ulang, download PDF, dan delete.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Desktop cocok untuk supervisor/admin yang perlu membaca tabel, membandingkan point, dan finalisasi report.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Preview report membantu user melihat bentuk slide sebelum PDF didownload.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Kapan dipakai?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Gunakan desktop saat butuh layar luas: review parameter, koreksi rekomendasi, cek history, dan download report final.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Version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Untuk akses lapangan melalui menu Site Condition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Mobile route tersedia di `/mobile/reports/road-condition`.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Menu mobile menampilkan layanan `Site Condition` untuk masuk ke fitur ini.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Workflow inti sama: isi metadata, pilih point, upload 3 foto, jalankan AI, validasi hasil.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Mobile membantu inspector memulai proses lebih dekat dengan kondisi aktual di lapangan.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Catatan UX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Mobile memakai app-shell khusus, tetapi tetap membawa logic fitur yang sama agar hasil desktop dan mobile konsisten.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Kategori Penilaian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Rubric disesuaikan dengan area operasional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28600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777240" y="2286000"/>
            <a:ext cx="73152" cy="242316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1005840" y="2468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Loading Point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" y="281635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Parameter: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Spillage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Loading 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Undulation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Area Firmness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Support Equipment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228600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4343400" y="2286000"/>
            <a:ext cx="73152" cy="24231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4572000" y="2468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Haulroad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0" y="281635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Parameter: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Spillage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Cross Fall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Gradient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Corner Condition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Road Firmness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Undulation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Support Equipment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Road Width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09560" y="228600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7909560" y="2286000"/>
            <a:ext cx="73152" cy="24231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8138160" y="24688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Disposal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138160" y="2816352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Parameter: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Spillage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Dumping 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Undulation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Area Firmness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Windrow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Support Equipment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Semua kategori memakai score 1–5 dan rekomendasi tindakan berdasarkan kondisi visual serta rubric operasional.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Scoring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Skor sederhana agar mudah dibaca lintas site dan manajemen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23317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1005840" y="25420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</a:rPr>
              <a:t>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033272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Kritis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35478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Kondisi buruk / risiko tinggi. Perlu perbaikan prioritas.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08960" y="23317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3246120" y="25420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273552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Buruk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0" y="35478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Tindakan korektif tinggi dan segera.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49240" y="23317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6"/>
          <p:cNvSpPr/>
          <p:nvPr/>
        </p:nvSpPr>
        <p:spPr>
          <a:xfrm>
            <a:off x="5486400" y="25420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C5818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513832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Cukup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32120" y="35478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Masuk perbaikan terjadwal dan perlu monitoring.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589520" y="23317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0"/>
          <p:cNvSpPr/>
          <p:nvPr/>
        </p:nvSpPr>
        <p:spPr>
          <a:xfrm>
            <a:off x="7726680" y="25420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9BF23"/>
                </a:solidFill>
              </a:rPr>
              <a:t>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754112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Baik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0" y="35478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Pertahankan kondisi, monitoring rutin.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829800" y="23317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4"/>
          <p:cNvSpPr/>
          <p:nvPr/>
        </p:nvSpPr>
        <p:spPr>
          <a:xfrm>
            <a:off x="9966960" y="25420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9BF23"/>
                </a:solidFill>
              </a:rPr>
              <a:t>5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9994392" y="312724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Ideal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12680" y="3547872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Kondisi baik sebagai standar operasi.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051560" y="4956047"/>
            <a:ext cx="9966960" cy="106070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8"/>
          <p:cNvSpPr/>
          <p:nvPr/>
        </p:nvSpPr>
        <p:spPr>
          <a:xfrm>
            <a:off x="1051560" y="4956048"/>
            <a:ext cx="73152" cy="713232"/>
          </a:xfrm>
          <a:prstGeom prst="rect">
            <a:avLst/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1280160" y="5138928"/>
            <a:ext cx="9555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Average Score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280160" y="5486400"/>
            <a:ext cx="9555480" cy="2743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Nilai rata-rata semua parameter menjadi ringkasan kondisi per point/report dan dipakai untuk summary laporan.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2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AI + Kontrol User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AI mempercepat analisis, user tetap menentukan final assessment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AI menerima metadata, kategori, rubric, dan tepat 3 foto angle.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Output AI berupa summary, overall score, score per parameter, deskripsi, rekomendasi, dan caption foto bila tersedia.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User dapat mengubah skor 1–5; deskripsi dan rekomendasi mengikuti template rubric.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Rekomendasi tetap bisa diedit manual agar sesuai kondisi lapangan dan keputusan operasional.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Governance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Fitur ini bukan autopilot keputusan. AI adalah co-pilot analisis; inspector/supervisor tetap memvalidasi final report.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Report &amp; History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Report siap dibagikan dan bisa ditelusuri ulang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Compiled Report Slide menampilkan cover, summary, detail point, foto, tabel assessment, dan back cover.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Download PDF menghasilkan report landscape 16:9 yang siap dikirim ke stakeholder.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History menyimpan report terakhir, average score, model used, dan full report data.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Dari history user bisa view detail, download ulang, edit/load report, atau delete sesuai hak akses.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233172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7543800" y="2331720"/>
            <a:ext cx="73152" cy="269748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777240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Traceability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0" y="2862072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Setiap inspeksi tidak berhenti sebagai file lokal. Report tersimpan sebagai history sehingga mudah dicek kembali saat review atau audit.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4F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CONDITION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52760" y="292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B4F4E"/>
                </a:solidFill>
              </a:rPr>
              <a:t>HERO</a:t>
            </a:r>
            <a:endParaRPr lang="en-US" sz="800" dirty="0"/>
          </a:p>
        </p:txBody>
      </p:sp>
      <p:pic>
        <p:nvPicPr>
          <p:cNvPr id="6" name="Image 0" descr="D:\[01] PROJECT\HERO\public\logo 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68" y="20116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85800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640080" y="9601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Rencana Sosialisasi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Materi singkat untuk mempercepat adopsi desktop dan mobile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2402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777240" y="2240280"/>
            <a:ext cx="73152" cy="2514600"/>
          </a:xfrm>
          <a:prstGeom prst="rect">
            <a:avLst/>
          </a:prstGeom>
          <a:solidFill>
            <a:srgbClr val="0B4F4E"/>
          </a:solidFill>
          <a:ln w="12700">
            <a:solidFill>
              <a:srgbClr val="0B4F4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1005840" y="2423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Agenda 15–30 Menit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" y="27706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1. Jelaskan latar belakang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2. Demo akses desktop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3. Demo akses mobile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4. Simulasi upload 3 foto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5. Validasi score 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6. Generate PDF report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22402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2"/>
          <p:cNvSpPr/>
          <p:nvPr/>
        </p:nvSpPr>
        <p:spPr>
          <a:xfrm>
            <a:off x="4389120" y="2240280"/>
            <a:ext cx="73152" cy="2514600"/>
          </a:xfrm>
          <a:prstGeom prst="rect">
            <a:avLst/>
          </a:prstGeom>
          <a:solidFill>
            <a:srgbClr val="79BF23"/>
          </a:solidFill>
          <a:ln w="127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3"/>
          <p:cNvSpPr/>
          <p:nvPr/>
        </p:nvSpPr>
        <p:spPr>
          <a:xfrm>
            <a:off x="4617720" y="2423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Yang Perlu Disiapkan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17720" y="27706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Akun dengan akses fitur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3 foto sample per 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Nama site/customer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Nama inspector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Contoh kondisi baik dan buruk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01000" y="224028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6"/>
          <p:cNvSpPr/>
          <p:nvPr/>
        </p:nvSpPr>
        <p:spPr>
          <a:xfrm>
            <a:off x="8001000" y="2240280"/>
            <a:ext cx="73152" cy="2514600"/>
          </a:xfrm>
          <a:prstGeom prst="rect">
            <a:avLst/>
          </a:prstGeom>
          <a:solidFill>
            <a:srgbClr val="8C5818"/>
          </a:solidFill>
          <a:ln w="12700">
            <a:solidFill>
              <a:srgbClr val="8C581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7"/>
          <p:cNvSpPr/>
          <p:nvPr/>
        </p:nvSpPr>
        <p:spPr>
          <a:xfrm>
            <a:off x="8229600" y="2423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Pesan Kunci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29600" y="27706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Report lebih cepat.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Scoring lebih standar.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Foto lebih terstruktur.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History lebih mudah dicari.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Keputusan tetap divalidasi user.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51560" y="5285232"/>
            <a:ext cx="10012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Target akhir: inspector dan supervisor mampu membuat satu report dari awal sampai PDF dalam satu sesi simulasi.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D8E7E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1"/>
          <p:cNvSpPr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Sosialisasi Fitur HERO · Road Condition Analysis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28832" y="649224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B4F4E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[01] PROJECT\HERO\public\back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6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1"/>
          <p:cNvSpPr/>
          <p:nvPr/>
        </p:nvSpPr>
        <p:spPr>
          <a:xfrm>
            <a:off x="777240" y="12344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Road Condition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04672" y="19933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3F2"/>
                </a:solidFill>
              </a:rPr>
              <a:t>Standar inspeksi lebih jelas. Report lebih cepat. Evidence lebih kuat.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22960" y="2834640"/>
            <a:ext cx="2331720" cy="0"/>
          </a:xfrm>
          <a:prstGeom prst="line">
            <a:avLst/>
          </a:prstGeom>
          <a:noFill/>
          <a:ln w="50800">
            <a:solidFill>
              <a:srgbClr val="79BF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Desktop + Mobile Version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HERO Operational Report</a:t>
            </a:r>
            <a:endParaRPr lang="en-US" sz="1500" dirty="0"/>
          </a:p>
        </p:txBody>
      </p:sp>
      <p:pic>
        <p:nvPicPr>
          <p:cNvPr id="8" name="Image 1" descr="D:\[01] PROJECT\HERO\public\logo 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5897880"/>
            <a:ext cx="150876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77b0ca7-e506-41f4-a6ad-76284e40df1c}" enabled="1" method="Standard" siteId="{b7cf3d78-6cbd-4ac2-9956-f68ab60960bf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Microsoft Office PowerPoint</Application>
  <PresentationFormat>Widescreen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Chitra Paratama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HERO Road Condition Analysis - Sosialisasi Fitur</dc:title>
  <dc:subject>Sosialisasi Fitur Road Condition Analysis</dc:subject>
  <dc:creator>HERO</dc:creator>
  <cp:lastModifiedBy>Mochamad Annas Khadafi</cp:lastModifiedBy>
  <cp:revision>2</cp:revision>
  <dcterms:created xsi:type="dcterms:W3CDTF">2026-06-30T10:39:19Z</dcterms:created>
  <dcterms:modified xsi:type="dcterms:W3CDTF">2026-06-30T10:56:50Z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Internal information - Yellow - Mahadasha Group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Internal information - Yellow - Mahadasha Group</vt:lpwstr>
  </property>
</Properties>
</file>