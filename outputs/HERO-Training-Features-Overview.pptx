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2f91d3bef487a" /><Relationship Type="http://schemas.openxmlformats.org/officeDocument/2006/relationships/extended-properties" Target="/docProps/app.xml" Id="R2f656a3c431c4aa4" /><Relationship Type="http://schemas.openxmlformats.org/officeDocument/2006/relationships/officeDocument" Target="/ppt/presentation.xml" Id="R297a1423a0b345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49a64a43e49dd"/>
  </p:sldMasterIdLst>
  <p:notesMasterIdLst>
    <p:notesMasterId xmlns:r="http://schemas.openxmlformats.org/officeDocument/2006/relationships" r:id="Ra1df48a5f09c4e2c"/>
  </p:notesMasterIdLst>
  <p:sldIdLst>
    <p:sldId xmlns:r="http://schemas.openxmlformats.org/officeDocument/2006/relationships" id="256" r:id="R3a8e62d50df64d86"/>
    <p:sldId xmlns:r="http://schemas.openxmlformats.org/officeDocument/2006/relationships" id="257" r:id="Rfdaedc9122284a15"/>
    <p:sldId xmlns:r="http://schemas.openxmlformats.org/officeDocument/2006/relationships" id="258" r:id="R531f3a3c5cc546ea"/>
    <p:sldId xmlns:r="http://schemas.openxmlformats.org/officeDocument/2006/relationships" id="259" r:id="Re15bfb9dca7a4419"/>
    <p:sldId xmlns:r="http://schemas.openxmlformats.org/officeDocument/2006/relationships" id="260" r:id="Rb1aea0ffc589431c"/>
    <p:sldId xmlns:r="http://schemas.openxmlformats.org/officeDocument/2006/relationships" id="261" r:id="R6b4bb008bce44fed"/>
    <p:sldId xmlns:r="http://schemas.openxmlformats.org/officeDocument/2006/relationships" id="262" r:id="R814a3972b5684b10"/>
    <p:sldId xmlns:r="http://schemas.openxmlformats.org/officeDocument/2006/relationships" id="263" r:id="R5dad5abdc26a40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88b6cce3464e20" /><Relationship Type="http://schemas.openxmlformats.org/officeDocument/2006/relationships/slideMaster" Target="/ppt/slideMasters/slideMaster1.xml" Id="R5ef49a64a43e49dd" /><Relationship Type="http://schemas.openxmlformats.org/officeDocument/2006/relationships/notesMaster" Target="/ppt/notesMasters/notesMaster1.xml" Id="Ra1df48a5f09c4e2c" /><Relationship Type="http://schemas.openxmlformats.org/officeDocument/2006/relationships/presProps" Target="/ppt/presProps.xml" Id="Rdb6735a64dc64204" /><Relationship Type="http://schemas.openxmlformats.org/officeDocument/2006/relationships/tableStyles" Target="/ppt/tableStyles.xml" Id="Rf0aa030e42994d62" /><Relationship Type="http://schemas.openxmlformats.org/officeDocument/2006/relationships/slide" Target="/ppt/slides/slide1.xml" Id="R3a8e62d50df64d86" /><Relationship Type="http://schemas.openxmlformats.org/officeDocument/2006/relationships/slide" Target="/ppt/slides/slide2.xml" Id="Rfdaedc9122284a15" /><Relationship Type="http://schemas.openxmlformats.org/officeDocument/2006/relationships/slide" Target="/ppt/slides/slide3.xml" Id="R531f3a3c5cc546ea" /><Relationship Type="http://schemas.openxmlformats.org/officeDocument/2006/relationships/slide" Target="/ppt/slides/slide4.xml" Id="Re15bfb9dca7a4419" /><Relationship Type="http://schemas.openxmlformats.org/officeDocument/2006/relationships/slide" Target="/ppt/slides/slide5.xml" Id="Rb1aea0ffc589431c" /><Relationship Type="http://schemas.openxmlformats.org/officeDocument/2006/relationships/slide" Target="/ppt/slides/slide6.xml" Id="R6b4bb008bce44fed" /><Relationship Type="http://schemas.openxmlformats.org/officeDocument/2006/relationships/slide" Target="/ppt/slides/slide7.xml" Id="R814a3972b5684b10" /><Relationship Type="http://schemas.openxmlformats.org/officeDocument/2006/relationships/slide" Target="/ppt/slides/slide8.xml" Id="R5dad5abdc26a40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780b98c472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4b3e8bff34fed" /><Relationship Type="http://schemas.openxmlformats.org/officeDocument/2006/relationships/notesMaster" Target="/ppt/notesMasters/notesMaster1.xml" Id="R0e5f64d3ab0649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0540260aac4d1b" /><Relationship Type="http://schemas.openxmlformats.org/officeDocument/2006/relationships/notesMaster" Target="/ppt/notesMasters/notesMaster1.xml" Id="Rbca9296ad6da45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7ad7982430428c" /><Relationship Type="http://schemas.openxmlformats.org/officeDocument/2006/relationships/notesMaster" Target="/ppt/notesMasters/notesMaster1.xml" Id="R63bed856bf3741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b78ddae4694b0d" /><Relationship Type="http://schemas.openxmlformats.org/officeDocument/2006/relationships/notesMaster" Target="/ppt/notesMasters/notesMaster1.xml" Id="R754248658c1145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b555099cdb4184" /><Relationship Type="http://schemas.openxmlformats.org/officeDocument/2006/relationships/notesMaster" Target="/ppt/notesMasters/notesMaster1.xml" Id="R613d47761f454a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eb25ecd44c4f4f" /><Relationship Type="http://schemas.openxmlformats.org/officeDocument/2006/relationships/notesMaster" Target="/ppt/notesMasters/notesMaster1.xml" Id="Rd019fd9e5af24d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1b21de62904db3" /><Relationship Type="http://schemas.openxmlformats.org/officeDocument/2006/relationships/notesMaster" Target="/ppt/notesMasters/notesMaster1.xml" Id="R58a2489bacb046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f9ba54036846cb" /><Relationship Type="http://schemas.openxmlformats.org/officeDocument/2006/relationships/notesMaster" Target="/ppt/notesMasters/notesMaster1.xml" Id="R29bc519bfa6049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57ee542e047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469adea35142d6" /><Relationship Type="http://schemas.openxmlformats.org/officeDocument/2006/relationships/slideLayout" Target="/ppt/slideLayouts/slideLayout1.xml" Id="R372342a1095745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2342a1095745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a4ac8956b497d" /><Relationship Type="http://schemas.openxmlformats.org/officeDocument/2006/relationships/notesSlide" Target="/ppt/notesSlides/notesSlide1.xml" Id="R5008a359a00941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0bedd8a6b453c" /><Relationship Type="http://schemas.openxmlformats.org/officeDocument/2006/relationships/notesSlide" Target="/ppt/notesSlides/notesSlide2.xml" Id="R1b4317169ea645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736609dc849f2" /><Relationship Type="http://schemas.openxmlformats.org/officeDocument/2006/relationships/notesSlide" Target="/ppt/notesSlides/notesSlide3.xml" Id="R71938c595a22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1c0f06c2949af" /><Relationship Type="http://schemas.openxmlformats.org/officeDocument/2006/relationships/notesSlide" Target="/ppt/notesSlides/notesSlide4.xml" Id="Rbc610d05812643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61dccb46442f6" /><Relationship Type="http://schemas.openxmlformats.org/officeDocument/2006/relationships/notesSlide" Target="/ppt/notesSlides/notesSlide5.xml" Id="Rff048e33942e4d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3089aa2e5466c" /><Relationship Type="http://schemas.openxmlformats.org/officeDocument/2006/relationships/notesSlide" Target="/ppt/notesSlides/notesSlide6.xml" Id="Rc1baa1f24c5e41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0f41e89764428" /><Relationship Type="http://schemas.openxmlformats.org/officeDocument/2006/relationships/image" Target="/ppt/media/image.png" Id="R9f105e16e09a4999" /><Relationship Type="http://schemas.openxmlformats.org/officeDocument/2006/relationships/notesSlide" Target="/ppt/notesSlides/notesSlide7.xml" Id="Rded441478dc14a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efc5b0565475f" /><Relationship Type="http://schemas.openxmlformats.org/officeDocument/2006/relationships/notesSlide" Target="/ppt/notesSlides/notesSlide8.xml" Id="Rd9e1e77c78a746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E0AC4-7084-4093-A684-8DF39A05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M7 - Training Intelligence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ADA8FB1-3B95-4AF8-B2F7-5EA78C77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3461"/>
                </a:solidFill>
              </a:defRPr>
            </a:pPr>
            <a:r>
              <a:rPr sz="4800" b="1">
                <a:solidFill>
                  <a:srgbClr val="003461"/>
                </a:solidFill>
              </a:rPr>
              <a:t>Semua Fitur</a:t>
            </a:r>
          </a:p>
          <a:p xmlns:a="http://schemas.openxmlformats.org/drawingml/2006/main">
            <a:pPr>
              <a:defRPr sz="4800" b="1">
                <a:solidFill>
                  <a:srgbClr val="003461"/>
                </a:solidFill>
              </a:defRPr>
            </a:pPr>
            <a:r>
              <a:rPr sz="4800" b="1">
                <a:solidFill>
                  <a:srgbClr val="003461"/>
                </a:solidFill>
              </a:rPr>
              <a:t>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68646-95E3-465D-9DFB-D484CB57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Workspace riwayat, analitik expiry, import LMS, sertifikasi SIO/POP/POM, dan tampilan mobile.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10DC1-830F-4FA5-BA46-787131CC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outline">
            <a:extLst xmlns:a="http://schemas.openxmlformats.org/drawingml/2006/main">
              <a:ext uri="{FF2B5EF4-FFF2-40B4-BE49-F238E27FC236}">
                <a16:creationId xmlns:a16="http://schemas.microsoft.com/office/drawing/2014/main" id="{DC3ECDB9-5745-40F4-8898-5168241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14400"/>
            <a:ext cx="4019550" cy="4914900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935C8-4AE4-4523-9447-F1907605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00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Ruang lingkup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FBBF1-0BC4-4A2D-9236-BAF7691C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002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01  Workspace riwayat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E2F20-9CBA-4445-A0E2-48696A0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Filter, group, edit, dan export.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F9CB8-7A55-4070-A169-A4F160D1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02  Dashboard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F21B4-7E05-48C0-825D-16EC2EC9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Valid, expiry, source mix, coverage.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B50D4-56D5-46E4-90E7-E29F9CA6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03  Import &amp; sync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B0B33-79DF-4653-9E72-EA3CB4F5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LMS auto-sync dan file import.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37305-827B-49CB-89CB-F084AF1C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04  SIO / POP / POM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AF41A-9FF9-4EF3-9CED-B4B4BFB8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Reminder, points, dan email.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E4F71-F53F-4F4A-80F0-355FA236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05  Mobile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33DF4-9A03-4956-A3E1-8845DD61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Review cepat per tahun.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29457-1DC4-4FEB-8EAD-7FC8F16D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86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Routes: /dashboard/training-records | /mobile/training</a:t>
            </a:r>
          </a:p>
        </p:txBody>
      </p:sp>
    </p:spTree>
    <p:extLst>
      <p:ext uri="{BB962C8B-B14F-4D97-AF65-F5344CB8AC3E}">
        <p14:creationId xmlns:p14="http://schemas.microsoft.com/office/powerpoint/2010/main" val="1353394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E338C-F58D-492B-B051-27CDDC6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RINGKASAN MODUL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B4A33-A8CC-4531-98BA-6046073C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461"/>
                </a:solidFill>
              </a:defRPr>
            </a:pPr>
            <a:r>
              <a:rPr sz="3000" b="1">
                <a:solidFill>
                  <a:srgbClr val="003461"/>
                </a:solidFill>
              </a:rPr>
              <a:t>Peta fitur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7ACDE-2D1F-4D72-92C2-B4DD9058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Satu modul, empat jalur kerja. Desktop untuk review dan maintenance. Mobile untuk cek cepat di lapangan.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A6A8F-35B1-46B3-BD28-961DBCB2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573A1-42BE-4D8B-A31E-331914EF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07867-B8CA-4439-BCFC-7C049A0E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20134-5E45-4571-899E-640F0A0B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Workspace riwayat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4935A-F349-4EA9-A845-DD7ECA9A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Filter employee, department, section, dan year. Expand per karyawan untuk lihat detail training.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5C927-79D3-4E55-817A-F345FC4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53340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C25CE-2E11-4EFD-AFF6-B3B1E352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818AB-64E6-47BF-9993-812F4496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Dashboard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0B428-D9D1-41D8-9AA1-F630AB42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Valid aktif, expiry 30 hari, expired, top training, coverage departemen, dan source mix.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6D847-B902-4DBD-9AAD-1F4FC4F6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3340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637FC-28E0-4CE4-91B0-4E9E83B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3DE73-7B81-4BB2-BCAD-83CDD81B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Import &amp; sync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54A7C-CD37-42F8-A0D9-0CF1C9DF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Auto-sync LMS, import CSV/XLSX, preview data, lalu update record yang sudah 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39071-D0D6-4BE9-B851-82BD343A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53340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77547-D66B-49DA-9E86-9F39AE27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8DAD1-5206-416D-8B4D-9ED31C5D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SIO / POP / POM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24594-9149-493E-B197-D034C295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Kelola sertifikat, reminder email, template, dan points produktivitas dari satu tempat.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2BB8A-582B-4F4D-A679-6A14D92B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Mobile route: /mobile/training</a:t>
            </a:r>
          </a:p>
        </p:txBody>
      </p:sp>
    </p:spTree>
    <p:extLst>
      <p:ext uri="{BB962C8B-B14F-4D97-AF65-F5344CB8AC3E}">
        <p14:creationId xmlns:p14="http://schemas.microsoft.com/office/powerpoint/2010/main" val="1950486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603F3-D896-492A-8D38-151148CE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WORKSPACE RIWAYAT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1E949-F840-4670-92D2-CE50157B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461"/>
                </a:solidFill>
              </a:defRPr>
            </a:pPr>
            <a:r>
              <a:rPr sz="3000" b="1">
                <a:solidFill>
                  <a:srgbClr val="003461"/>
                </a:solidFill>
              </a:rPr>
              <a:t>Table-first, bukan dashboard-first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96573-0DD0-4AF0-B35A-B5395A8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Semua data training dibaca dari workspace riwayat. Fokusnya review cepat, koreksi data, dan tindakan lanjut.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DFB0C-8935-4956-BB50-4A447A0D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38A9D-9F42-4FAC-9BF5-349D6E92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3461"/>
                </a:solidFill>
              </a:defRPr>
            </a:pPr>
            <a:r>
              <a:rPr sz="1650" b="1">
                <a:solidFill>
                  <a:srgbClr val="003461"/>
                </a:solidFill>
              </a:rPr>
              <a:t>Apa yang dipakai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99F9D-AA9F-40FB-8F18-C896EA6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51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Filter scope aktif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76731-4686-4718-BEBA-87A15DD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51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Employee, department, section, year.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3C52B-1BE3-47AC-B0A7-D39833D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51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Preset cepat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D289F-628D-46EC-AAAC-6077157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51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Tahun berjalan, fokus operasi, reset.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00128-4208-4FC4-9AC8-1AB8EF4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51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Expand per karyawan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448E6-EA05-41F8-8A8A-107A7C93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Lihat semua training, expiry, status, dan row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DADAA-3020-4B00-B67A-7BEF5CF1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47850"/>
            <a:ext cx="55054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6E545-FD4B-45FD-BC52-6B0B724D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Alur kerja utama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AE458-E578-43E0-B7B1-1B680953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8ABF3-6DAD-40DC-ADB8-ED6B4978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1. Scope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E7B50-9C97-4FD1-AC29-356867E2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Pilih employee, department, section, atau year.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1E95E-1333-4163-A071-890FDA9F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9C233-FA99-43EA-BFC8-BFD89C29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2. Group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E9447-D353-4C50-A384-90B0220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Satu employee row membuka timeline training lengkap.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CF27B-8B3C-40E2-A636-71395F35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8C881-F8E0-4085-A89A-8D6B7472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3. Row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CAB9F-168A-4A37-922C-45BA90FC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Add, edit, update status, atau delete dari surface yang sama.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5694E-0738-42A3-BB33-90066CE1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A28E1-4E53-4E7C-BBC6-1C74A17F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38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4. Export / import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55F11-9EF8-43D6-88A2-A18C5A39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Export Excel tersedia, import punya dialog dan preview.</a:t>
            </a:r>
          </a:p>
        </p:txBody>
      </p:sp>
    </p:spTree>
    <p:extLst>
      <p:ext uri="{BB962C8B-B14F-4D97-AF65-F5344CB8AC3E}">
        <p14:creationId xmlns:p14="http://schemas.microsoft.com/office/powerpoint/2010/main" val="565123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5B219-1DC8-47D0-B016-5CC36F96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DASHBOARD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AAC26-202A-447B-8990-2A4132DE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461"/>
                </a:solidFill>
              </a:defRPr>
            </a:pPr>
            <a:r>
              <a:rPr sz="3000" b="1">
                <a:solidFill>
                  <a:srgbClr val="003461"/>
                </a:solidFill>
              </a:rPr>
              <a:t>Expiry, source mix, dan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DE3AB-FC4A-4D33-B6F3-9E8EE711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Dashboard ini menjawab tiga pertanyaan operasional: siapa aman, siapa perlu tindak lanjut, dan training apa yang paling dominan.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2F8F1-CD19-4772-82AF-5F1EA95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8D874-5FE4-4134-BD95-69D38F4A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600325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67607-0439-4C67-92F6-715AD423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600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8B62E-3A9D-4271-B7EC-E785C37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Valid aktif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F10D9-E42F-4F3F-9835-93024C4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25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Cert masih aman dan belum masuk window expiry.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3B28C-81B0-4B3F-8607-0D31C474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2600325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0EF60-CBC5-4753-9AA0-FA535474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2600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D2537-8293-4C2E-86F7-E111AE9D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3835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Segera expiry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8DFFB-3162-4853-A32B-D81080B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00300"/>
            <a:ext cx="225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Record dengan sisa masa berlaku 30 hari atau kurang.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90B4B-96BF-49DE-B7E3-8C4874D1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600325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56F78-DD96-466A-869E-502046D2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600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947DA-4406-4ADD-8B1E-79B581FD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Expired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95E4E-BD90-45C3-9028-3BE1CF5D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25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Record yang sudah lewat masa berlaku.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F804A-AA4B-4E07-A9E9-DF723993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47850"/>
            <a:ext cx="2600325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9E05B-057E-46AE-ADD4-92E0AFA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47850"/>
            <a:ext cx="2600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7287B-672B-4E52-B7AD-0B296164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3835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Total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53517-ABD0-4DB1-8574-94A252F1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0300"/>
            <a:ext cx="225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Semua training yang masuk scope filter aktif.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41C29-FD63-43C0-BBBB-AF5CFB68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3340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EF2F2-C0BB-4F9C-9573-40DE4266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Distribusi sumber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81E8D-D89A-46D0-891B-4125A3C6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LMS Chitra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369AA-7524-4A7B-814E-6D4F6432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ABD72-613F-4322-8B28-EED71595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Auto-sync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54803-B5E4-4BAF-9F40-492043BA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External training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C2DEF-DDDA-458C-BB54-32A23364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667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52D08-FB40-4295-96D1-9DF901F0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33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Manual entry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090B7-81A0-4F8C-A972-06F0BC42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Sistem otomatis memisahkan LMS dan eksternal, lalu menyorot training yang paling sering muncul.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0841A-BA67-4CD7-B025-B51B8E8D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3340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3F5CE2-13DF-48A0-9093-7F6F7D9F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What the dashboard answers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BF332-46C6-4DEF-92F6-9B34EFE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Which certificates are at risk now?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90454F-0A4E-469A-BADC-2E144BC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Which training is most common?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96873B-792D-4C48-A5A4-EA45F03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Which department needs follow-up?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ACB958-BE24-419F-8DDB-204D5E03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Top 5 trainings, department coverage, and expiry watchlist stay visible.</a:t>
            </a:r>
          </a:p>
        </p:txBody>
      </p:sp>
    </p:spTree>
    <p:extLst>
      <p:ext uri="{BB962C8B-B14F-4D97-AF65-F5344CB8AC3E}">
        <p14:creationId xmlns:p14="http://schemas.microsoft.com/office/powerpoint/2010/main" val="1633176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E9DE41-ED73-4CBB-8712-0C21B3E8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IMPORT &amp; SYNC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F60AB-03BA-4B5F-A090-D14A645B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461"/>
                </a:solidFill>
              </a:defRPr>
            </a:pPr>
            <a:r>
              <a:rPr sz="3000" b="1">
                <a:solidFill>
                  <a:srgbClr val="003461"/>
                </a:solidFill>
              </a:rPr>
              <a:t>LMS auto-sync + file import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E11CC-1412-4045-94B7-ACB8321D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Dua pintu masuk data: tarikan otomatis dari LMS, atau input manual dari CSV/XLSX dengan preview dan update rule yang jelas.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495F7-63AB-4E1D-B369-2BE7258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39B90-2299-4D93-8DEF-EDE00D60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290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1F9E9-E4CA-4CF9-B38B-9B260768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35940-A3EF-4585-80BE-4D048D0D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1. Auto-sync LMS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DA5F8-9159-496B-8CBE-8F2BF7D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Tarik completed course dari Chitra Learning sebelum halaman dipakai.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1A5C5-D492-428F-A26E-719ADA75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47850"/>
            <a:ext cx="34290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7BE15-2D24-42E5-854F-973FC02C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478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D301D-09EE-4AD2-A9E8-827D0978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2. Import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473BF-060B-4DBC-81BB-DC97CF4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CSV/XLSX atau paste data. Template contoh dan preview ikut disediakan.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A1B30-B131-4823-975C-4AFA45FC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34290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0DF17-D497-4A00-8908-B5A613F4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68091-B37E-4651-8D57-A639C65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3. Match &amp;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8A564-F774-451F-A3CC-9F3A192C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SN, email, atau nama. Update key = employee + training + year.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AE2C0-8A28-4677-9CF4-1CA6694A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234F0-72E4-4236-B335-BEB7887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3461"/>
                </a:solidFill>
              </a:defRPr>
            </a:pPr>
            <a:r>
              <a:rPr sz="1200" b="1">
                <a:solidFill>
                  <a:srgbClr val="003461"/>
                </a:solidFill>
              </a:rPr>
              <a:t>Aturan hasil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751BF-3E4E-4E6F-8A4E-7EFE8270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Hasil import selalu dibagi jadi new, update, dan skip.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33518-639E-431A-8EE1-8FFA44B3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3461"/>
                </a:solidFill>
              </a:defRPr>
            </a:pPr>
            <a:r>
              <a:rPr sz="1200" b="1">
                <a:solidFill>
                  <a:srgbClr val="003461"/>
                </a:solidFill>
              </a:rPr>
              <a:t>Kunci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90925-C570-4174-A275-B010057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196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Employee + training + year. Itu yang mencegah duplikat saat import ulang.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0993A-789F-4AC2-834E-C7FD70C6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3461"/>
                </a:solidFill>
              </a:defRPr>
            </a:pPr>
            <a:r>
              <a:rPr sz="1200" b="1">
                <a:solidFill>
                  <a:srgbClr val="003461"/>
                </a:solidFill>
              </a:rPr>
              <a:t>Provider 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180E7-224E-4E49-B1D0-BE2736D7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9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Chitra Learning LMS untuk record hasil sync otomatis.</a:t>
            </a:r>
          </a:p>
        </p:txBody>
      </p:sp>
    </p:spTree>
    <p:extLst>
      <p:ext uri="{BB962C8B-B14F-4D97-AF65-F5344CB8AC3E}">
        <p14:creationId xmlns:p14="http://schemas.microsoft.com/office/powerpoint/2010/main" val="791281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CCDC6-D82A-4A57-AFDE-E1907D56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SIO / POP / POM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FF240-2766-4ED5-BDDC-C6AA8F71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461"/>
                </a:solidFill>
              </a:defRPr>
            </a:pPr>
            <a:r>
              <a:rPr sz="3000" b="1">
                <a:solidFill>
                  <a:srgbClr val="003461"/>
                </a:solidFill>
              </a:rPr>
              <a:t>Sertifikasi alat dan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1A67F-A8B1-4ED0-982C-1F7B7459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Bagian ini mengelola sertifikat kerja yang perlu expiry watch, reminder email, dan kadang reward 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4607-C1FE-4C6E-9DEA-1EC785B8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83BAA-8426-42F2-8C69-7C60F16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4292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82DB7-4CDA-45DE-99F1-9F4B98E2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Apa yang bisa dilakukan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95C9C-1C3B-4B7B-94E1-10F77205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Filter All / SIO / POP / POM.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F0CFE-AB9F-46A5-A2CC-E023CAB1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Create, edit, delete, dan import Excel.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373F2-720A-4912-9B69-C83C9B60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Status active, expiring soon, expired.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C2A75-36A3-4A09-A604-871A156A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Reminder email ke Section Head + CC.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161BD-7FCF-4879-A267-90A35138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Reward points opsional saat sertifikat baru ditambahkan.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8BAEC-FC77-4ED1-AB8C-8D9A3187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52006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BC550-73CC-427C-A5B9-FBFA1E09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Reminder and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90B2F-118D-46C2-A8EA-B220A0FA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7815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9758D-5F73-4734-A849-1FEF69A5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3461"/>
                </a:solidFill>
              </a:defRPr>
            </a:pPr>
            <a:r>
              <a:rPr sz="1350" b="1">
                <a:solidFill>
                  <a:srgbClr val="003461"/>
                </a:solidFill>
              </a:rPr>
              <a:t>Reminder preview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54662-4F69-46C5-BA12-0D0E324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Section Head recipients, CC tambahan, dan template email tampil sebelum send.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A045C-0AA3-4370-97C2-A9D933CE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43300"/>
            <a:ext cx="47815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3161A-AD12-40B3-AD8C-9F15DDE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957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3461"/>
                </a:solidFill>
              </a:defRPr>
            </a:pPr>
            <a:r>
              <a:rPr sz="1350" b="1">
                <a:solidFill>
                  <a:srgbClr val="003461"/>
                </a:solidFill>
              </a:rPr>
              <a:t>User Management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446BA-8357-4829-813E-B5EAD518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SN dan email dipakai untuk resolve employee master, bukan daftar statis.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9EF1D-3881-4B3D-9E6D-A8B08842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0100"/>
            <a:ext cx="47815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F4846-6C30-4C8C-A64F-DED04EA7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62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3461"/>
                </a:solidFill>
              </a:defRPr>
            </a:pPr>
            <a:r>
              <a:rPr sz="1350" b="1">
                <a:solidFill>
                  <a:srgbClr val="003461"/>
                </a:solidFill>
              </a:rPr>
              <a:t>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4405C-65BC-49F7-B0C7-8791DE17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SIO = 50, POP / POM = 25 when award toggle is 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1956B-6C0C-4DAF-96A1-D0AC0657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530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Reminder windows: 30 or 60 days before expiry.</a:t>
            </a:r>
          </a:p>
        </p:txBody>
      </p:sp>
    </p:spTree>
    <p:extLst>
      <p:ext uri="{BB962C8B-B14F-4D97-AF65-F5344CB8AC3E}">
        <p14:creationId xmlns:p14="http://schemas.microsoft.com/office/powerpoint/2010/main" val="1785170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03C973-4732-4F6F-9E46-411FDB7C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MOBILE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3C94D-68A8-4689-B9F1-993BFE1E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461"/>
                </a:solidFill>
              </a:defRPr>
            </a:pPr>
            <a:r>
              <a:rPr sz="3000" b="1">
                <a:solidFill>
                  <a:srgbClr val="003461"/>
                </a:solidFill>
              </a:rPr>
              <a:t>Route /mobile/training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BE3A6-CE28-4978-B77D-C11E7BA4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View ini dipakai untuk review cepat di lapangan. Fokusnya status, expiry, dan timeline per tahun.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63CC1-29B5-4EEE-994A-C2B160F3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18F7-5BBE-4EBD-82B8-09317C89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3461"/>
                </a:solidFill>
              </a:defRPr>
            </a:pPr>
            <a:r>
              <a:rPr sz="1650" b="1">
                <a:solidFill>
                  <a:srgbClr val="003461"/>
                </a:solidFill>
              </a:rPr>
              <a:t>What users see on mobile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D06ED-FF44-43D6-A92E-C195DBC5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Timeline grouped by completed year.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2890B-A72B-474F-9BA4-B7E22367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Each record shows provider, expiry, and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4631-37FA-4568-B1D5-83AADDDF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Expiring items are visible at a glance.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6C090-1B37-4714-8F39-D51A7E58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Sync runs before the page is shown.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9A33C-B4F0-417A-9E53-081DB59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Best for fast self-check in the field.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54990-34C0-476A-9A42-98516890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2647950" cy="449580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B9F19-9734-4330-8E34-4CD4CA94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81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Mobile preview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05e16e09a4999"/>
          <a:srcRect xmlns:a="http://schemas.openxmlformats.org/drawingml/2006/main" l="0" t="24218" r="0" b="24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2228850"/>
            <a:ext cx="2266950" cy="3962400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C1B14-517E-490E-86DD-9F26921B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The mobile route is the quick review layer; the desktop workspace remains the system of record.</a:t>
            </a:r>
          </a:p>
        </p:txBody>
      </p:sp>
    </p:spTree>
    <p:extLst>
      <p:ext uri="{BB962C8B-B14F-4D97-AF65-F5344CB8AC3E}">
        <p14:creationId xmlns:p14="http://schemas.microsoft.com/office/powerpoint/2010/main" val="911255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5D95B7-0D83-4AC6-8471-CF52EA1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RINGKASAN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EF59D-68FC-42CC-AE58-50129895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461"/>
                </a:solidFill>
              </a:defRPr>
            </a:pPr>
            <a:r>
              <a:rPr sz="3000" b="1">
                <a:solidFill>
                  <a:srgbClr val="003461"/>
                </a:solidFill>
              </a:rPr>
              <a:t>Inti yang dibawa modul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147CA-13BE-4F7F-AFEB-41CC5517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Training di HERO bukan cuma daftar sertifikat. Dia jadi alur kerja: input, review, analisis, dan tindak lanjut.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E0436-674C-42C1-B68B-FA04E3A7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FC117-126E-4599-B4AB-655E52C0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20844-B70D-4825-869D-E585F871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FABEE-5BB9-411B-8728-07C5BD3B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Kendalikan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A3735-9AED-49FC-89B0-63F86A73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76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Filter scope, grouped table, edit, status change, import, dan export.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2DE62-7626-457F-B97A-527897C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002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495CB-DC5B-4F87-AAC5-041A6A25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002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14C0D-A7DA-4DCA-B815-86CA37A1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Analisis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59525-478C-4FC8-97F1-07ADEDB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33650"/>
            <a:ext cx="276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Expiry risk, source mix, top training, dan coverage departemen.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F5BCE-087C-465A-B947-C4422415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B030D-0217-4192-A905-5603259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F6B27-0BEB-48BD-838A-229F7EC0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71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Tindak lanjut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DA6FC-C8DA-4B9B-AF31-DF70438B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276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Sync LMS, reminder SIO, dan mobile review per user.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D56E2-2290-4CCE-A2FB-78C33AAD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Training workspace jadi alat kerja harian, bukan sekadar arsip.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8B0E7-2CF3-4DED-9608-4EFA5D7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Satu modul, banyak jalur: desktop admin, dashboard insight, import/sync, reminder, dan mobile review.</a:t>
            </a:r>
          </a:p>
        </p:txBody>
      </p:sp>
    </p:spTree>
    <p:extLst>
      <p:ext uri="{BB962C8B-B14F-4D97-AF65-F5344CB8AC3E}">
        <p14:creationId xmlns:p14="http://schemas.microsoft.com/office/powerpoint/2010/main" val="1845670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2026-06-29T02:31:49.9600000Z</dcterms:created>
  <dcterms:modified xsi:type="dcterms:W3CDTF">2026-06-29T02:31:49.9600000Z</dcterms:modified>
</coreProperties>
</file>